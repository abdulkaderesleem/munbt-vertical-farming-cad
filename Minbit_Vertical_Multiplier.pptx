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2026-09-13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2026-09-13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2026-09-13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2026-09-13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2026-09-13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2026-09-13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2026-09-13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2026-09-13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2026-09-13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2026-09-13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2026-09-13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2026-09-13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l="115" t="7983" r="-115" b="14673"/>
          <a:stretch/>
        </p:blipFill>
        <p:spPr>
          <a:xfrm>
            <a:off x="0" y="0"/>
            <a:ext cx="16256000" cy="876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 Esleem</dc:creator>
  <cp:lastModifiedBy>Abd Esleem</cp:lastModifiedBy>
  <cp:revision>3</cp:revision>
  <dcterms:created xsi:type="dcterms:W3CDTF">2006-08-16T00:00:00Z</dcterms:created>
  <dcterms:modified xsi:type="dcterms:W3CDTF">2026-09-12T22:47:49Z</dcterms:modified>
</cp:coreProperties>
</file>